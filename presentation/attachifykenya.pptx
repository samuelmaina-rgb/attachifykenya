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19"/>
  </p:notesMasterIdLst>
  <p:handoutMasterIdLst>
    <p:handoutMasterId r:id="rId20"/>
  </p:handoutMasterIdLst>
  <p:sldIdLst>
    <p:sldId id="259" r:id="rId2"/>
    <p:sldId id="265" r:id="rId3"/>
    <p:sldId id="266" r:id="rId4"/>
    <p:sldId id="269" r:id="rId5"/>
    <p:sldId id="270" r:id="rId6"/>
    <p:sldId id="267" r:id="rId7"/>
    <p:sldId id="272" r:id="rId8"/>
    <p:sldId id="273" r:id="rId9"/>
    <p:sldId id="274" r:id="rId10"/>
    <p:sldId id="275" r:id="rId11"/>
    <p:sldId id="277" r:id="rId12"/>
    <p:sldId id="276" r:id="rId13"/>
    <p:sldId id="278" r:id="rId14"/>
    <p:sldId id="279" r:id="rId15"/>
    <p:sldId id="280" r:id="rId16"/>
    <p:sldId id="281" r:id="rId17"/>
    <p:sldId id="282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04" userDrawn="1">
          <p15:clr>
            <a:srgbClr val="A4A3A4"/>
          </p15:clr>
        </p15:guide>
        <p15:guide id="3" orient="horz" pos="4144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  <p15:guide id="5" orient="horz" pos="1136" userDrawn="1">
          <p15:clr>
            <a:srgbClr val="A4A3A4"/>
          </p15:clr>
        </p15:guide>
        <p15:guide id="6" pos="3839" userDrawn="1">
          <p15:clr>
            <a:srgbClr val="A4A3A4"/>
          </p15:clr>
        </p15:guide>
        <p15:guide id="7" pos="191" userDrawn="1">
          <p15:clr>
            <a:srgbClr val="A4A3A4"/>
          </p15:clr>
        </p15:guide>
        <p15:guide id="8" pos="7486" userDrawn="1">
          <p15:clr>
            <a:srgbClr val="A4A3A4"/>
          </p15:clr>
        </p15:guide>
        <p15:guide id="9" pos="576" userDrawn="1">
          <p15:clr>
            <a:srgbClr val="A4A3A4"/>
          </p15:clr>
        </p15:guide>
        <p15:guide id="10" pos="7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68" d="100"/>
          <a:sy n="68" d="100"/>
        </p:scale>
        <p:origin x="616" y="96"/>
      </p:cViewPr>
      <p:guideLst>
        <p:guide orient="horz" pos="2160"/>
        <p:guide orient="horz" pos="304"/>
        <p:guide orient="horz" pos="4144"/>
        <p:guide orient="horz" pos="3952"/>
        <p:guide orient="horz" pos="1136"/>
        <p:guide pos="3839"/>
        <p:guide pos="191"/>
        <p:guide pos="7486"/>
        <p:guide pos="576"/>
        <p:guide pos="71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4C6E1-AF92-4FB7-A013-0B520EBC30AE}" type="datetimeFigureOut">
              <a:rPr lang="en-US"/>
              <a:t>7/10/2026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2D9BF-D574-4807-B36C-9E2A025BE82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792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10850-0874-4A61-99B4-D613C5E8D9EA}" type="datetimeFigureOut">
              <a:rPr lang="en-US"/>
              <a:t>7/8/2026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1EC53-F507-411E-9ADC-FBCFECE09D3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818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1EC53-F507-411E-9ADC-FBCFECE09D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44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8246" y="1828800"/>
            <a:ext cx="9220200" cy="2147926"/>
          </a:xfrm>
        </p:spPr>
        <p:txBody>
          <a:bodyPr anchor="ctr">
            <a:normAutofit/>
          </a:bodyPr>
          <a:lstStyle>
            <a:lvl1pPr algn="ctr">
              <a:defRPr sz="4400" cap="all" normalizeH="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8246" y="4063998"/>
            <a:ext cx="9220200" cy="1016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163" y="1803401"/>
            <a:ext cx="10360501" cy="4470400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0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1524002"/>
            <a:ext cx="9751060" cy="1992597"/>
          </a:xfrm>
        </p:spPr>
        <p:txBody>
          <a:bodyPr anchor="b" anchorCtr="0">
            <a:noAutofit/>
          </a:bodyPr>
          <a:lstStyle>
            <a:lvl1pPr algn="ctr">
              <a:defRPr sz="4400" b="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632200"/>
            <a:ext cx="9751060" cy="1016000"/>
          </a:xfrm>
        </p:spPr>
        <p:txBody>
          <a:bodyPr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0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162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 baseline="0"/>
            </a:lvl6pPr>
            <a:lvl7pPr marL="2669581">
              <a:defRPr sz="1400" baseline="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2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2" indent="0">
              <a:buNone/>
              <a:defRPr sz="2100" b="1"/>
            </a:lvl5pPr>
            <a:lvl6pPr marL="3047466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162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7559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2" indent="0">
              <a:buNone/>
              <a:defRPr sz="2100" b="1"/>
            </a:lvl5pPr>
            <a:lvl6pPr marL="3047466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8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8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4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07868" y="482602"/>
            <a:ext cx="6602280" cy="5842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1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134" y="1905000"/>
            <a:ext cx="5180251" cy="17272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6093594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07870" y="482601"/>
            <a:ext cx="5077859" cy="5862706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2" indent="0">
              <a:buNone/>
              <a:defRPr sz="2700"/>
            </a:lvl5pPr>
            <a:lvl6pPr marL="3047466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9134" y="3733800"/>
            <a:ext cx="5180251" cy="172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9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lternat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07869" y="482602"/>
            <a:ext cx="6602281" cy="5842001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2" indent="0">
              <a:buNone/>
              <a:defRPr sz="2700"/>
            </a:lvl5pPr>
            <a:lvl6pPr marL="3047466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4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669581">
              <a:defRPr baseline="0"/>
            </a:lvl6pPr>
            <a:lvl7pPr marL="2669581">
              <a:defRPr baseline="0"/>
            </a:lvl7pPr>
            <a:lvl8pPr marL="2669581">
              <a:defRPr baseline="0"/>
            </a:lvl8pPr>
            <a:lvl9pPr marL="2669581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7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40043" y="685800"/>
            <a:ext cx="1843982" cy="5588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163" y="685800"/>
            <a:ext cx="9040045" cy="5588002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  <a:prstGeom prst="rect">
            <a:avLst/>
          </a:prstGeom>
          <a:effectLst/>
        </p:spPr>
        <p:txBody>
          <a:bodyPr vert="horz" lIns="121899" tIns="60949" rIns="121899" bIns="60949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3" y="1803401"/>
            <a:ext cx="10360501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163" y="6375400"/>
            <a:ext cx="7414869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5324" y="6375400"/>
            <a:ext cx="1422030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B9B9059-F1D6-41D0-95CF-D21CAA096B3A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1760" y="6375400"/>
            <a:ext cx="832903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48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9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Cambria" pitchFamily="18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9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5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                         </a:t>
            </a:r>
            <a:r>
              <a:rPr lang="en-US" b="1" i="1" dirty="0" err="1"/>
              <a:t>attachifykenya</a:t>
            </a:r>
            <a:endParaRPr lang="en-US" b="1" i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D1219F-BC6F-7970-5DEA-707D4E31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800" dirty="0"/>
              <a:t>Presented by: Maina Samuel Mbae</a:t>
            </a:r>
          </a:p>
          <a:p>
            <a:r>
              <a:rPr lang="en-US" sz="1800" dirty="0"/>
              <a:t>Date: 10</a:t>
            </a:r>
            <a:r>
              <a:rPr lang="en-US" sz="1800" baseline="30000" dirty="0"/>
              <a:t>th</a:t>
            </a:r>
            <a:r>
              <a:rPr lang="en-US" sz="1800" dirty="0"/>
              <a:t> July 2026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A567D-FCE0-81AF-E94A-C638FBE535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821" y="1803401"/>
            <a:ext cx="7435182" cy="26923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1702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0A488F-C297-8549-CC0E-4E214E006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3A63DC-2EDD-7291-EAFC-598293F91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100" b="1" u="sng" dirty="0">
                <a:latin typeface="Calibri" panose="020F0502020204030204" pitchFamily="34" charset="0"/>
              </a:rPr>
              <a:t>Finding industrial attachment opportunities shouldn't be harder than the attachment itself.</a:t>
            </a:r>
          </a:p>
          <a:p>
            <a:r>
              <a:rPr lang="en-US" dirty="0">
                <a:latin typeface="Calibri" panose="020F0502020204030204" pitchFamily="34" charset="0"/>
              </a:rPr>
              <a:t>AttachifyKenya is a web-based platform developed to connect university and college students with attachment opportunities across Kenya. The platform also provides organizations with a convenient way to reach students and advertise available attachment positions.</a:t>
            </a:r>
          </a:p>
          <a:p>
            <a:r>
              <a:rPr lang="en-US" dirty="0">
                <a:latin typeface="Calibri" panose="020F0502020204030204" pitchFamily="34" charset="0"/>
              </a:rPr>
              <a:t>Many students spend significant time searching across different websites, social media platforms, and personal networks to find attachment opportunities. This process is often time-consuming, frustrating, and inefficient due to the lack of a centralized platform.</a:t>
            </a:r>
          </a:p>
          <a:p>
            <a:r>
              <a:rPr lang="en-US" dirty="0">
                <a:latin typeface="Calibri" panose="020F0502020204030204" pitchFamily="34" charset="0"/>
              </a:rPr>
              <a:t>AttachifyKenya addresses this challenge by bringing attachment opportunities from multiple industries into one easy-to-use website, making the search process simpler, faster, and more accessible for both students and employers.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647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F385E-07FB-1906-9309-27153B0A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</a:t>
            </a:r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89371-9A76-9E9A-0F4C-550D517F2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Browse attachment opportunities by industry (Technology, Medicine, and Architecture). </a:t>
            </a:r>
          </a:p>
          <a:p>
            <a:r>
              <a:rPr lang="en-US" dirty="0"/>
              <a:t>Student and company login portals. </a:t>
            </a:r>
          </a:p>
          <a:p>
            <a:r>
              <a:rPr lang="en-US" dirty="0"/>
              <a:t>Student profile registration. </a:t>
            </a:r>
          </a:p>
          <a:p>
            <a:r>
              <a:rPr lang="en-US" dirty="0"/>
              <a:t>Company registration. </a:t>
            </a:r>
          </a:p>
          <a:p>
            <a:r>
              <a:rPr lang="en-US" dirty="0"/>
              <a:t>About and Contact pages for user support. </a:t>
            </a:r>
          </a:p>
          <a:p>
            <a:r>
              <a:rPr lang="en-US" dirty="0"/>
              <a:t>Simple, user-friendly interface with intuitive navigation.</a:t>
            </a:r>
          </a:p>
        </p:txBody>
      </p:sp>
    </p:spTree>
    <p:extLst>
      <p:ext uri="{BB962C8B-B14F-4D97-AF65-F5344CB8AC3E}">
        <p14:creationId xmlns:p14="http://schemas.microsoft.com/office/powerpoint/2010/main" val="26569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5235-91C6-7C3D-8B5E-185E8BD65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WHY CHOOSE ATTACHIFYKENYA?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3A8F3-DC92-347F-140F-21D0F3A56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Value of the Application</a:t>
            </a:r>
          </a:p>
          <a:p>
            <a:r>
              <a:rPr lang="en-US" dirty="0"/>
              <a:t>Reduces the time students spend searching for attachment opportunities. </a:t>
            </a:r>
          </a:p>
          <a:p>
            <a:r>
              <a:rPr lang="en-US" dirty="0"/>
              <a:t>Provides a single platform for opportunities across multiple industries. </a:t>
            </a:r>
          </a:p>
          <a:p>
            <a:r>
              <a:rPr lang="en-US" dirty="0"/>
              <a:t>Connects students with companies more efficiently. </a:t>
            </a:r>
          </a:p>
          <a:p>
            <a:r>
              <a:rPr lang="en-US" dirty="0"/>
              <a:t>Creates a foundation for a future system with job applications, dashboards, and database integration.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874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E598A6-F8A2-A007-40D6-0C5CA442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UI &amp; UX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9D8431-ACD5-B1DC-F171-9F41A16B4F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application features a clean and modern interface designed with simplicity and consistency in mind. A burgundy and cream color scheme was chosen to create a professional appearance, while clear typography and intuitive layouts make the platform easy to navigate.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59239-1D9A-DE56-0AA7-C4204F9292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website was designed to provide a smooth and user-friendly experience by:</a:t>
            </a:r>
          </a:p>
          <a:p>
            <a:r>
              <a:rPr lang="en-US" dirty="0"/>
              <a:t>Maintaining a consistent layout across all pages. </a:t>
            </a:r>
          </a:p>
          <a:p>
            <a:r>
              <a:rPr lang="en-US" dirty="0"/>
              <a:t>Providing simple navigation through the navigation bar. </a:t>
            </a:r>
          </a:p>
          <a:p>
            <a:r>
              <a:rPr lang="en-US" dirty="0"/>
              <a:t>Organizing opportunities into industry-specific pages. </a:t>
            </a:r>
          </a:p>
          <a:p>
            <a:r>
              <a:rPr lang="en-US" dirty="0"/>
              <a:t>Using clear buttons, forms, and interactive elements. </a:t>
            </a:r>
          </a:p>
          <a:p>
            <a:r>
              <a:rPr lang="en-US" dirty="0"/>
              <a:t>Ensuring users can easily locate important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36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FDE626-18A8-8F78-B72E-20CE0CA0C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Website overview.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899F0A-A3A1-5DC7-2018-8D3E2D14B4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728304"/>
            <a:ext cx="4189412" cy="439420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6C506E1-24A5-A877-5DD8-D81F10B8E4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418012" y="1728304"/>
            <a:ext cx="3048000" cy="29960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F40D5A-F021-5A49-FA9C-804491D04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612" y="1701800"/>
            <a:ext cx="3962400" cy="378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9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0AD155-74A6-3A27-6A84-E1E23BCA5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CORE FEATURES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90B18D-EA78-F533-5BF1-A8DC2194A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Homepage</a:t>
            </a:r>
          </a:p>
          <a:p>
            <a:r>
              <a:rPr lang="en-US" dirty="0"/>
              <a:t>Welcomes users to the platform. </a:t>
            </a:r>
          </a:p>
          <a:p>
            <a:r>
              <a:rPr lang="en-US" dirty="0"/>
              <a:t>Provides an overview of </a:t>
            </a:r>
            <a:r>
              <a:rPr lang="en-US" dirty="0" err="1"/>
              <a:t>Attachify</a:t>
            </a:r>
            <a:r>
              <a:rPr lang="en-US" dirty="0"/>
              <a:t> Kenya. </a:t>
            </a:r>
          </a:p>
          <a:p>
            <a:r>
              <a:rPr lang="en-US" dirty="0"/>
              <a:t>Includes quick navigation to all sections of the website. </a:t>
            </a:r>
          </a:p>
          <a:p>
            <a:r>
              <a:rPr lang="en-US" b="1" dirty="0"/>
              <a:t>Benefit:</a:t>
            </a:r>
            <a:r>
              <a:rPr lang="en-US" dirty="0"/>
              <a:t> Gives users an easy starting point.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Industry Categories</a:t>
            </a:r>
          </a:p>
          <a:p>
            <a:r>
              <a:rPr lang="en-US" dirty="0"/>
              <a:t>Opportunities are </a:t>
            </a:r>
            <a:r>
              <a:rPr lang="en-US" dirty="0" err="1"/>
              <a:t>organised</a:t>
            </a:r>
            <a:r>
              <a:rPr lang="en-US" dirty="0"/>
              <a:t> into: </a:t>
            </a:r>
          </a:p>
          <a:p>
            <a:pPr lvl="1"/>
            <a:r>
              <a:rPr lang="en-US" dirty="0"/>
              <a:t>Technology </a:t>
            </a:r>
          </a:p>
          <a:p>
            <a:pPr lvl="1"/>
            <a:r>
              <a:rPr lang="en-US" dirty="0"/>
              <a:t>Medicine </a:t>
            </a:r>
          </a:p>
          <a:p>
            <a:pPr lvl="1"/>
            <a:r>
              <a:rPr lang="en-US" dirty="0"/>
              <a:t>Architecture </a:t>
            </a:r>
          </a:p>
          <a:p>
            <a:r>
              <a:rPr lang="en-US" dirty="0"/>
              <a:t>Each category has its own dedicated page. </a:t>
            </a:r>
          </a:p>
          <a:p>
            <a:r>
              <a:rPr lang="en-US" b="1" dirty="0"/>
              <a:t>Benefit:</a:t>
            </a:r>
            <a:r>
              <a:rPr lang="en-US" dirty="0"/>
              <a:t> Makes it easier for students to find opportunities relevant to their field..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42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7FE1F-B9CD-2C1D-C7D6-FB67B53B0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E1FF8-F4D6-3417-EB8A-7A2E7182E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3. Student Registration</a:t>
            </a:r>
          </a:p>
          <a:p>
            <a:r>
              <a:rPr lang="en-US" dirty="0"/>
              <a:t>Students can create a profile by entering their personal and academic details. </a:t>
            </a:r>
          </a:p>
          <a:p>
            <a:r>
              <a:rPr lang="en-US" b="1" dirty="0"/>
              <a:t>Benefit:</a:t>
            </a:r>
            <a:r>
              <a:rPr lang="en-US" dirty="0"/>
              <a:t> Prepares students for future attachment applications</a:t>
            </a:r>
          </a:p>
          <a:p>
            <a:r>
              <a:rPr lang="en-US" b="1" dirty="0"/>
              <a:t>4. Company Registration</a:t>
            </a:r>
          </a:p>
          <a:p>
            <a:r>
              <a:rPr lang="en-US" dirty="0"/>
              <a:t>Companies can register to become part of the platform. </a:t>
            </a:r>
          </a:p>
          <a:p>
            <a:r>
              <a:rPr lang="en-US" b="1" dirty="0"/>
              <a:t>Benefit:</a:t>
            </a:r>
            <a:r>
              <a:rPr lang="en-US" dirty="0"/>
              <a:t> Enables organizations to connect with students and advertise opportunities.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2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01598-7156-5EA5-E449-C6D295D2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8A665-04F8-59F5-E7BD-BF1FED24E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5. Login System</a:t>
            </a:r>
          </a:p>
          <a:p>
            <a:r>
              <a:rPr lang="en-US" dirty="0"/>
              <a:t>Separate login options for students and companies. </a:t>
            </a:r>
          </a:p>
          <a:p>
            <a:r>
              <a:rPr lang="en-US" b="1" dirty="0"/>
              <a:t>Benefit:</a:t>
            </a:r>
            <a:r>
              <a:rPr lang="en-US" dirty="0"/>
              <a:t> Provides a more organized and user-friendly experience for different types of users.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6. Contact &amp; About Pages</a:t>
            </a:r>
          </a:p>
          <a:p>
            <a:r>
              <a:rPr lang="en-US" dirty="0"/>
              <a:t>About page explains the purpose of the platform. </a:t>
            </a:r>
          </a:p>
          <a:p>
            <a:r>
              <a:rPr lang="en-US" dirty="0"/>
              <a:t>Contact page allows users to get in touch with the platform administrators. </a:t>
            </a:r>
          </a:p>
          <a:p>
            <a:r>
              <a:rPr lang="en-US" b="1" dirty="0"/>
              <a:t>Benefit:</a:t>
            </a:r>
            <a:r>
              <a:rPr lang="en-US" dirty="0"/>
              <a:t> Builds trust and provides support for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4E8EC6-D85F-0DDE-BF37-926A92FA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SNIPPETS OF THE WEBSITE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01CF80A-BAD9-0143-06C9-92D23B5FB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9466" y="4364768"/>
            <a:ext cx="4741223" cy="23368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C6ECFD5-50C8-3F12-1397-FBBC8A3D1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212" y="1854134"/>
            <a:ext cx="4838933" cy="25401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F14C82-42E7-0644-64A1-3A6D22E12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55" y="1933362"/>
            <a:ext cx="5029458" cy="444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1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F98B5-76F2-35E1-B760-272E9419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8F3FC-F46B-961E-B37C-9A87A56AD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Technologies Used</a:t>
            </a:r>
            <a:endParaRPr lang="en-US" dirty="0"/>
          </a:p>
          <a:p>
            <a:r>
              <a:rPr lang="en-US" b="1" dirty="0"/>
              <a:t>HTML5</a:t>
            </a:r>
            <a:r>
              <a:rPr lang="en-US" dirty="0"/>
              <a:t> – Structured the web pages. </a:t>
            </a:r>
          </a:p>
          <a:p>
            <a:r>
              <a:rPr lang="en-US" b="1" dirty="0"/>
              <a:t>CSS3</a:t>
            </a:r>
            <a:r>
              <a:rPr lang="en-US" dirty="0"/>
              <a:t> – Styled the website and created responsive layouts. </a:t>
            </a:r>
          </a:p>
          <a:p>
            <a:r>
              <a:rPr lang="en-US" b="1" dirty="0"/>
              <a:t>Figma</a:t>
            </a:r>
            <a:r>
              <a:rPr lang="en-US" dirty="0"/>
              <a:t> – Designed the user interface. </a:t>
            </a:r>
          </a:p>
          <a:p>
            <a:r>
              <a:rPr lang="en-US" b="1" dirty="0"/>
              <a:t>Git &amp; GitHub</a:t>
            </a:r>
            <a:r>
              <a:rPr lang="en-US" dirty="0"/>
              <a:t> – Managed version control and project hosting. </a:t>
            </a:r>
          </a:p>
          <a:p>
            <a:r>
              <a:rPr lang="en-US" b="1" dirty="0"/>
              <a:t>Key Technologies</a:t>
            </a:r>
            <a:endParaRPr lang="en-US" dirty="0"/>
          </a:p>
          <a:p>
            <a:r>
              <a:rPr lang="en-US" b="1" dirty="0"/>
              <a:t>Flexbox &amp; CSS Grid</a:t>
            </a:r>
            <a:r>
              <a:rPr lang="en-US" dirty="0"/>
              <a:t> for responsive layouts. </a:t>
            </a:r>
          </a:p>
          <a:p>
            <a:r>
              <a:rPr lang="en-US" b="1" dirty="0"/>
              <a:t>Google Fonts (Poppins)</a:t>
            </a:r>
            <a:r>
              <a:rPr lang="en-US" dirty="0"/>
              <a:t> for modern typography. </a:t>
            </a:r>
          </a:p>
          <a:p>
            <a:r>
              <a:rPr lang="en-US" b="1" dirty="0"/>
              <a:t>Contribution</a:t>
            </a:r>
            <a:endParaRPr lang="en-US" dirty="0"/>
          </a:p>
          <a:p>
            <a:r>
              <a:rPr lang="en-US" dirty="0"/>
              <a:t>Created a clean, responsive, and user-friendly website. </a:t>
            </a:r>
          </a:p>
          <a:p>
            <a:r>
              <a:rPr lang="en-US" dirty="0"/>
              <a:t>Improved code organization and maintainability. </a:t>
            </a:r>
          </a:p>
          <a:p>
            <a:r>
              <a:rPr lang="en-US" dirty="0"/>
              <a:t>Enabled efficient development and version tracking.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94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9D77C-6753-E129-0B28-49F869F3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E03EB-36BC-6196-4A49-FF071978AF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b="1" dirty="0"/>
          </a:p>
          <a:p>
            <a:r>
              <a:rPr lang="en-US" b="1" dirty="0"/>
              <a:t>Methodology</a:t>
            </a:r>
            <a:endParaRPr lang="en-US" dirty="0"/>
          </a:p>
          <a:p>
            <a:r>
              <a:rPr lang="en-US" dirty="0"/>
              <a:t>Agile approach </a:t>
            </a:r>
          </a:p>
          <a:p>
            <a:r>
              <a:rPr lang="en-US" dirty="0"/>
              <a:t>Developed and tested one feature at a time </a:t>
            </a:r>
          </a:p>
          <a:p>
            <a:r>
              <a:rPr lang="en-US" b="1" dirty="0"/>
              <a:t>Key Milestones</a:t>
            </a:r>
            <a:endParaRPr lang="en-US" dirty="0"/>
          </a:p>
          <a:p>
            <a:r>
              <a:rPr lang="en-US" dirty="0"/>
              <a:t>Designed the UI in Figma </a:t>
            </a:r>
          </a:p>
          <a:p>
            <a:r>
              <a:rPr lang="en-US" dirty="0"/>
              <a:t>Built the homepage and navigation </a:t>
            </a:r>
          </a:p>
          <a:p>
            <a:r>
              <a:rPr lang="en-US" dirty="0"/>
              <a:t>Created category pages </a:t>
            </a:r>
          </a:p>
          <a:p>
            <a:r>
              <a:rPr lang="en-US" dirty="0"/>
              <a:t>Added login, registration, About, and Contact pages </a:t>
            </a:r>
          </a:p>
          <a:p>
            <a:r>
              <a:rPr lang="en-US" dirty="0"/>
              <a:t>Tested and refined the website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F6F85-E819-3BE4-9B1A-A2CD069CCA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 b="1" dirty="0"/>
          </a:p>
          <a:p>
            <a:r>
              <a:rPr lang="en-US" b="1" dirty="0"/>
              <a:t>Challenges</a:t>
            </a:r>
            <a:endParaRPr lang="en-US" dirty="0"/>
          </a:p>
          <a:p>
            <a:r>
              <a:rPr lang="en-US" dirty="0"/>
              <a:t>Managing file paths </a:t>
            </a:r>
          </a:p>
          <a:p>
            <a:r>
              <a:rPr lang="en-US" dirty="0"/>
              <a:t>Maintaining a consistent design </a:t>
            </a:r>
          </a:p>
          <a:p>
            <a:r>
              <a:rPr lang="en-US" dirty="0"/>
              <a:t>Creating responsive layouts </a:t>
            </a:r>
          </a:p>
          <a:p>
            <a:r>
              <a:rPr lang="en-US" b="1" dirty="0"/>
              <a:t>Solutions</a:t>
            </a:r>
            <a:endParaRPr lang="en-US" dirty="0"/>
          </a:p>
          <a:p>
            <a:r>
              <a:rPr lang="en-US" dirty="0"/>
              <a:t>Organized files into folders </a:t>
            </a:r>
          </a:p>
          <a:p>
            <a:r>
              <a:rPr lang="en-US" dirty="0"/>
              <a:t>Reused CSS styles </a:t>
            </a:r>
          </a:p>
          <a:p>
            <a:r>
              <a:rPr lang="en-US" dirty="0"/>
              <a:t>Tested links and layouts regularly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44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53AF8-3CAF-D175-B890-7A6770735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MARKET ANALYSIS AND COMPETITOR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8C536-2B41-95FD-F371-927067FA1A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Target Market</a:t>
            </a:r>
            <a:endParaRPr lang="en-US" dirty="0"/>
          </a:p>
          <a:p>
            <a:r>
              <a:rPr lang="en-US" dirty="0"/>
              <a:t>University and college students seeking attachment opportunities. </a:t>
            </a:r>
          </a:p>
          <a:p>
            <a:r>
              <a:rPr lang="en-US" dirty="0"/>
              <a:t>Companies offering industrial attachments and internships. </a:t>
            </a:r>
          </a:p>
          <a:p>
            <a:r>
              <a:rPr lang="en-US" b="1" dirty="0"/>
              <a:t>Competitors</a:t>
            </a:r>
            <a:endParaRPr lang="en-US" dirty="0"/>
          </a:p>
          <a:p>
            <a:r>
              <a:rPr lang="en-US" dirty="0"/>
              <a:t>LinkedIn </a:t>
            </a:r>
          </a:p>
          <a:p>
            <a:r>
              <a:rPr lang="en-US" dirty="0" err="1"/>
              <a:t>BrighterMonday</a:t>
            </a:r>
            <a:r>
              <a:rPr lang="en-US" dirty="0"/>
              <a:t> Kenya </a:t>
            </a:r>
          </a:p>
          <a:p>
            <a:r>
              <a:rPr lang="en-US" dirty="0" err="1"/>
              <a:t>MyJobMag</a:t>
            </a:r>
            <a:r>
              <a:rPr lang="en-US" dirty="0"/>
              <a:t> Kenya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43AB8-9576-D454-B596-CFA77B3451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What Makes </a:t>
            </a:r>
            <a:r>
              <a:rPr lang="en-US" b="1" dirty="0" err="1"/>
              <a:t>Attachify</a:t>
            </a:r>
            <a:r>
              <a:rPr lang="en-US" b="1" dirty="0"/>
              <a:t> Kenya Different?</a:t>
            </a:r>
            <a:endParaRPr lang="en-US" dirty="0"/>
          </a:p>
          <a:p>
            <a:r>
              <a:rPr lang="en-US" dirty="0"/>
              <a:t>Focuses specifically on student attachments. </a:t>
            </a:r>
          </a:p>
          <a:p>
            <a:r>
              <a:rPr lang="en-US" dirty="0"/>
              <a:t>Simple and easy-to-use interface. </a:t>
            </a:r>
          </a:p>
          <a:p>
            <a:r>
              <a:rPr lang="en-US" dirty="0"/>
              <a:t>Organizes opportunities by industry. </a:t>
            </a:r>
          </a:p>
          <a:p>
            <a:r>
              <a:rPr lang="en-US" dirty="0"/>
              <a:t>Tailored to the Kenyan market. </a:t>
            </a:r>
          </a:p>
          <a:p>
            <a:r>
              <a:rPr lang="en-US" b="1" dirty="0"/>
              <a:t>Market Opportunity</a:t>
            </a:r>
            <a:endParaRPr lang="en-US" dirty="0"/>
          </a:p>
          <a:p>
            <a:r>
              <a:rPr lang="en-US" dirty="0"/>
              <a:t>Thousands of students require attachments each year. </a:t>
            </a:r>
          </a:p>
          <a:p>
            <a:r>
              <a:rPr lang="en-US" dirty="0"/>
              <a:t>Growing demand for a centralized platform connecting students with employers.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5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0490F6A-DE30-BAD3-F02A-5687AD892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MARKETING STRATEGY AND REVENUE STRATEGY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87BBCA-47A2-EE29-00B5-0BCA28127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Marketing Strategy</a:t>
            </a:r>
          </a:p>
          <a:p>
            <a:r>
              <a:rPr lang="en-US" dirty="0"/>
              <a:t>Social media promotion. </a:t>
            </a:r>
          </a:p>
          <a:p>
            <a:r>
              <a:rPr lang="en-US" dirty="0"/>
              <a:t>Partnerships with universities and colleges. </a:t>
            </a:r>
          </a:p>
          <a:p>
            <a:r>
              <a:rPr lang="en-US" dirty="0"/>
              <a:t>Collaborations with companies. </a:t>
            </a:r>
          </a:p>
          <a:p>
            <a:r>
              <a:rPr lang="en-US" b="1" dirty="0"/>
              <a:t>Revenue Strategy</a:t>
            </a:r>
          </a:p>
          <a:p>
            <a:r>
              <a:rPr lang="en-US" dirty="0"/>
              <a:t>Company registration fees. </a:t>
            </a:r>
          </a:p>
          <a:p>
            <a:r>
              <a:rPr lang="en-US" dirty="0"/>
              <a:t>Premium job posting packages. </a:t>
            </a:r>
          </a:p>
          <a:p>
            <a:r>
              <a:rPr lang="en-US" dirty="0"/>
              <a:t>Website advertising. </a:t>
            </a:r>
          </a:p>
          <a:p>
            <a:r>
              <a:rPr lang="en-US" b="1" dirty="0"/>
              <a:t>Future Growth</a:t>
            </a:r>
          </a:p>
          <a:p>
            <a:r>
              <a:rPr lang="en-US" dirty="0"/>
              <a:t>Expand to more industries. </a:t>
            </a:r>
          </a:p>
          <a:p>
            <a:r>
              <a:rPr lang="en-US" dirty="0"/>
              <a:t>Partner with more organizations across Kenya. </a:t>
            </a:r>
          </a:p>
          <a:p>
            <a:r>
              <a:rPr lang="en-US" dirty="0"/>
              <a:t>Launch a mobile application.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63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3E4D-1377-300B-ED7B-22187E829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ROADMAP AND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DC28F-F261-1863-8895-E1A5A4850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Upcoming Features</a:t>
            </a:r>
          </a:p>
          <a:p>
            <a:r>
              <a:rPr lang="en-US" dirty="0"/>
              <a:t>Database integration. </a:t>
            </a:r>
          </a:p>
          <a:p>
            <a:r>
              <a:rPr lang="en-US" dirty="0"/>
              <a:t>Student and company dashboards. </a:t>
            </a:r>
          </a:p>
          <a:p>
            <a:r>
              <a:rPr lang="en-US" dirty="0"/>
              <a:t>Online attachment applications. </a:t>
            </a:r>
          </a:p>
          <a:p>
            <a:r>
              <a:rPr lang="en-US" dirty="0"/>
              <a:t>CV upload and profile management. </a:t>
            </a:r>
          </a:p>
          <a:p>
            <a:r>
              <a:rPr lang="en-US" dirty="0"/>
              <a:t>Advanced search and filtering. </a:t>
            </a:r>
          </a:p>
          <a:p>
            <a:r>
              <a:rPr lang="en-US" b="1" dirty="0"/>
              <a:t>Long-Term Vision</a:t>
            </a:r>
          </a:p>
          <a:p>
            <a:r>
              <a:rPr lang="en-US" dirty="0"/>
              <a:t>Become Kenya's leading attachment and internship platform. </a:t>
            </a:r>
          </a:p>
          <a:p>
            <a:r>
              <a:rPr lang="en-US" dirty="0"/>
              <a:t>Expand services to East Africa.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6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AD87-11CA-AAD4-7795-58A92903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5BA96-25DB-FEB4-CFC4-961343848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AttachifyKenya simplifies the search for attachment opportunities. </a:t>
            </a:r>
          </a:p>
          <a:p>
            <a:r>
              <a:rPr lang="en-US" dirty="0"/>
              <a:t>It connects students and employers through one centralized platform. </a:t>
            </a:r>
          </a:p>
          <a:p>
            <a:r>
              <a:rPr lang="en-US" dirty="0"/>
              <a:t>The project provides a strong foundation for future development. </a:t>
            </a:r>
          </a:p>
          <a:p>
            <a:r>
              <a:rPr lang="en-US" b="1" u="sng" dirty="0"/>
              <a:t>Thank You!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25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C742F2-EA3C-E28A-2869-C2D43B2976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DEDB8C4-83A4-C49C-6123-2A4A4C59C6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Feel free to ask any questions with regards to </a:t>
            </a:r>
            <a:r>
              <a:rPr lang="en-US" dirty="0" err="1"/>
              <a:t>attachifykenya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478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rimson landscape design temp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03460512.potx" id="{FAD57A1D-FD3F-410E-BC16-DC0572F34EA3}" vid="{8B1535A0-4296-40FA-BB7E-C6BB75A63359}"/>
    </a:ext>
  </a:extLst>
</a:theme>
</file>

<file path=ppt/theme/theme2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Crimson landscape design slides</Template>
  <TotalTime>3560</TotalTime>
  <Words>902</Words>
  <Application>Microsoft Office PowerPoint</Application>
  <PresentationFormat>Custom</PresentationFormat>
  <Paragraphs>146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Century Gothic</vt:lpstr>
      <vt:lpstr>Crimson landscape design template</vt:lpstr>
      <vt:lpstr>                         attachifykenya</vt:lpstr>
      <vt:lpstr>INTRODUCTION</vt:lpstr>
      <vt:lpstr>    Overview</vt:lpstr>
      <vt:lpstr>WHY CHOOSE ATTACHIFYKENYA?</vt:lpstr>
      <vt:lpstr>UI &amp; UX</vt:lpstr>
      <vt:lpstr>Website overview.</vt:lpstr>
      <vt:lpstr>CORE FEATURES</vt:lpstr>
      <vt:lpstr>CORE FEATURES</vt:lpstr>
      <vt:lpstr>CORE FEATURES</vt:lpstr>
      <vt:lpstr>SNIPPETS OF THE WEBSITE</vt:lpstr>
      <vt:lpstr>TECHNOLOGY STACK</vt:lpstr>
      <vt:lpstr>DEVELOPMENT PROCESS</vt:lpstr>
      <vt:lpstr>MARKET ANALYSIS AND COMPETITOR LANDSCAPE</vt:lpstr>
      <vt:lpstr>MARKETING STRATEGY AND REVENUE STRATEGY</vt:lpstr>
      <vt:lpstr>ROADMAP AND FUTURE ENHANCEMENTS</vt:lpstr>
      <vt:lpstr>CONCLUSION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maina</dc:creator>
  <cp:lastModifiedBy>samuel maina</cp:lastModifiedBy>
  <cp:revision>4</cp:revision>
  <dcterms:created xsi:type="dcterms:W3CDTF">2026-07-07T11:12:14Z</dcterms:created>
  <dcterms:modified xsi:type="dcterms:W3CDTF">2026-07-10T09:51:56Z</dcterms:modified>
</cp:coreProperties>
</file>